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C472-7DEA-1BE2-0F28-864A02150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CA0DF-8355-A316-ACB0-3BAABB52B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88D6-D0DB-B115-DCE0-5DA872B4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AC09F-24A9-0BD7-7335-D83BE8D5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5051-2DFE-45D8-B6CA-05F78362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20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1B91-0A2B-2799-1634-D2364665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0D2B-2108-CCEC-0B21-4B0C0299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2328-CD15-A3D5-0B16-8CD87491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58799-38E1-1216-8C5E-D2B9E61B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A1EF-FCE6-91B0-1147-43CC60A7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8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098C-44DB-D66B-BCB6-AC81B622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D712B-8A28-5F5C-82F4-61D415C2E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22F0-F7B5-E526-54E7-31FEFFA7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2907-394B-8BF5-4C35-42A244A8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8EE5D-5B35-AFAE-9077-456386C0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55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131E-6CDC-3A55-6B19-85B798D9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A42DF-02EF-8BD0-3F2C-2B1847442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A50B4-6D12-7B6B-3F9C-6A091CA40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E1CB2-3B69-BA65-A788-21A38868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2669A-63A7-5FB3-B26E-918E93C4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F9731-FD0E-F7B6-CE1C-1D443092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60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ABE88-F6A6-C15D-8A28-8BBBCFB2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4009A-447B-57F7-68C0-6E8891D41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BFB72-C18C-7D1F-25F6-C8B37D45C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20EFE-F83E-57AE-91E2-B464A6BED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A866A-6DA1-A491-F15E-D42FF0B99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C004B-C057-C331-441A-AD213767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4020D-636A-936F-60FC-D66C4BEE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F76C6-9628-18D8-BCDD-07CC1F8D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165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3C7D-F209-581B-2CFF-8BE9C4CD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1402A-BC4E-5AAE-2E6A-37F97013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D8B02-D926-BC49-6244-AC656A91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61638-85DE-70FE-85F6-01793600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2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B5EB8-63F5-5297-B51F-EC3BAC77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90F8E-25C7-D9F8-D0C7-7AFAAC75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ACD38-4F14-B51D-3ED2-7176D3B5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74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17EF-B531-9ACD-95AC-AE9AC3BC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0B8E-0C63-056C-B453-E4F537FE5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DDBF2-398A-CEF7-D94E-A5A9B39A9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FCB7A-5D9E-B215-8D31-73429B5D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C737A-6DC7-0F4D-BB44-98E0F753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0EB62-8644-D22A-5935-4429F3BF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6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F659-285A-2912-D2A7-9DE93BC9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1F91D-EE9F-9001-7321-42FEDA094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76193-7F2A-E669-DEA3-8DC5EF965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BBB68-B8EF-0BA4-9A74-49AE1B5E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AE382-BC0F-4A77-6AC3-0434C135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1961D-D914-B6FF-8C67-0C9EEA58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23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E0C1-AE7E-AF90-E8ED-AAFBAC73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8774C-3DDE-6EBA-4DC1-81295F552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4AB40-E85E-C1B8-00C3-55659B04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EAE1-60D1-9C85-F1CD-1A1423F0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88B3-DD52-50D9-4984-DC1FB0E0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57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36A69-ABFC-50CF-DECE-B4BEE74AE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AB29A-4609-EB3F-62A7-D9F07A1BA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4810F-2693-E04B-0D08-4B4BCE3F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B9CDC-A8DB-86FA-0ACB-07700D9C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122D-9F10-55C3-3B20-75A8543C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3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A3A55-D3BE-B263-FBA4-7C90651E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CD8C-C553-6721-F7A2-4D9A36648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86161-026E-4C6D-F0E2-7606B8A7D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39956-0B8E-4F6F-A683-001C8907AD3F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2D60D-FB81-1A2F-2492-BE214E220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79F26-30C5-A0F4-D293-4AC93D1B8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C4AEA-E18D-44A0-95E1-1ABBB8005F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19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3E17062-39AE-750C-90DA-E32C7D43B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985" y="1228802"/>
            <a:ext cx="4885015" cy="4885015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2A65D7D-A7F6-078F-A8ED-0EAFD401EE95}"/>
              </a:ext>
            </a:extLst>
          </p:cNvPr>
          <p:cNvSpPr/>
          <p:nvPr/>
        </p:nvSpPr>
        <p:spPr>
          <a:xfrm>
            <a:off x="761705" y="1552348"/>
            <a:ext cx="6545280" cy="309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Modern dynamic systems frequently operate with multiple input parameters that significantly impact operational costs. Finding optimal configurations is crucial for: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ED19C1D-916B-F005-4542-863A910714AB}"/>
              </a:ext>
            </a:extLst>
          </p:cNvPr>
          <p:cNvSpPr/>
          <p:nvPr/>
        </p:nvSpPr>
        <p:spPr>
          <a:xfrm>
            <a:off x="761705" y="27893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Minimizing resource consumption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4CD7DDE-74E4-3F6D-5AB8-A6E69EE391FE}"/>
              </a:ext>
            </a:extLst>
          </p:cNvPr>
          <p:cNvSpPr/>
          <p:nvPr/>
        </p:nvSpPr>
        <p:spPr>
          <a:xfrm>
            <a:off x="761705" y="323150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Improving system performance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6C595F-E21B-91A4-9A35-1884B6F3CC8C}"/>
              </a:ext>
            </a:extLst>
          </p:cNvPr>
          <p:cNvSpPr/>
          <p:nvPr/>
        </p:nvSpPr>
        <p:spPr>
          <a:xfrm>
            <a:off x="761705" y="367370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Enabling adaptive real-time decision-making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707A738-F3E1-5CB1-73D8-025169559248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Motivation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8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393406AF-702E-F905-E9B7-146D03AE0CA6}"/>
              </a:ext>
            </a:extLst>
          </p:cNvPr>
          <p:cNvSpPr/>
          <p:nvPr/>
        </p:nvSpPr>
        <p:spPr>
          <a:xfrm>
            <a:off x="2892028" y="1337192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FA5D7E-B4A4-2A1E-1354-CF84A4B48F77}"/>
              </a:ext>
            </a:extLst>
          </p:cNvPr>
          <p:cNvSpPr/>
          <p:nvPr/>
        </p:nvSpPr>
        <p:spPr>
          <a:xfrm>
            <a:off x="3240762" y="1594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Primary Question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05B5A6-43EE-B30A-B382-68440E2EBAED}"/>
              </a:ext>
            </a:extLst>
          </p:cNvPr>
          <p:cNvSpPr/>
          <p:nvPr/>
        </p:nvSpPr>
        <p:spPr>
          <a:xfrm>
            <a:off x="3240762" y="2084904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Can reinforcement learning accurately learn optimal input configurations that minimize operational cost in dynamic, multi-variable systems, and how does its performance compare to other mathematical optimization algorithms?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AEB6E5-DAB9-1B85-F11B-F84A91D57A41}"/>
              </a:ext>
            </a:extLst>
          </p:cNvPr>
          <p:cNvSpPr/>
          <p:nvPr/>
        </p:nvSpPr>
        <p:spPr>
          <a:xfrm>
            <a:off x="2892028" y="4090870"/>
            <a:ext cx="6408063" cy="2133480"/>
          </a:xfrm>
          <a:prstGeom prst="roundRect">
            <a:avLst>
              <a:gd name="adj" fmla="val 5956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424AE84-D3C7-04F9-7F5D-4BF99BFDA20D}"/>
              </a:ext>
            </a:extLst>
          </p:cNvPr>
          <p:cNvSpPr/>
          <p:nvPr/>
        </p:nvSpPr>
        <p:spPr>
          <a:xfrm>
            <a:off x="3240762" y="43481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Secondary Question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10CD73A-8219-84D6-561D-6E9F199A5980}"/>
              </a:ext>
            </a:extLst>
          </p:cNvPr>
          <p:cNvSpPr/>
          <p:nvPr/>
        </p:nvSpPr>
        <p:spPr>
          <a:xfrm>
            <a:off x="3240762" y="483858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What types of reinforcement learning algorithms are most suitable for this optimization task across different system characteristics?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ED85E86-B20F-DDA3-B007-FC373315E8A3}"/>
              </a:ext>
            </a:extLst>
          </p:cNvPr>
          <p:cNvSpPr/>
          <p:nvPr/>
        </p:nvSpPr>
        <p:spPr>
          <a:xfrm>
            <a:off x="2883515" y="13556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81879DA-B728-75F4-F475-EC19B4E9C5CA}"/>
              </a:ext>
            </a:extLst>
          </p:cNvPr>
          <p:cNvSpPr/>
          <p:nvPr/>
        </p:nvSpPr>
        <p:spPr>
          <a:xfrm>
            <a:off x="2883515" y="4090871"/>
            <a:ext cx="121920" cy="2133478"/>
          </a:xfrm>
          <a:prstGeom prst="roundRect">
            <a:avLst>
              <a:gd name="adj" fmla="val 50000"/>
            </a:avLst>
          </a:prstGeom>
          <a:solidFill>
            <a:srgbClr val="5A6ED8"/>
          </a:solidFill>
          <a:ln/>
        </p:spPr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FD5B4B0C-BD07-F16C-B82C-77098E7EE2ED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48991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5C485DA-ED43-5D1F-817B-C02B2B72D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1586"/>
            <a:ext cx="3833668" cy="383366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83334DF-A312-1DB6-A725-7CAFD06196CE}"/>
              </a:ext>
            </a:extLst>
          </p:cNvPr>
          <p:cNvSpPr/>
          <p:nvPr/>
        </p:nvSpPr>
        <p:spPr>
          <a:xfrm>
            <a:off x="4182428" y="2079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Key Components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B4445A8-80EE-E6E0-EF82-DFAFD2C55107}"/>
              </a:ext>
            </a:extLst>
          </p:cNvPr>
          <p:cNvSpPr/>
          <p:nvPr/>
        </p:nvSpPr>
        <p:spPr>
          <a:xfrm>
            <a:off x="4182428" y="266112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State space: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Current system parameters and operational conditions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06A2552-6C77-6C84-7A98-7572AAFB636C}"/>
              </a:ext>
            </a:extLst>
          </p:cNvPr>
          <p:cNvSpPr/>
          <p:nvPr/>
        </p:nvSpPr>
        <p:spPr>
          <a:xfrm>
            <a:off x="4182428" y="310331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Action space: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Possible parameter adjustments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5278A30-7CE1-15F9-1F36-BD582547F59F}"/>
              </a:ext>
            </a:extLst>
          </p:cNvPr>
          <p:cNvSpPr/>
          <p:nvPr/>
        </p:nvSpPr>
        <p:spPr>
          <a:xfrm>
            <a:off x="4182428" y="354551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Reward function: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Negative operational cost (higher reward = lower cost)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AB7CEE7-E009-FB1C-230C-4A664C20EAE4}"/>
              </a:ext>
            </a:extLst>
          </p:cNvPr>
          <p:cNvSpPr/>
          <p:nvPr/>
        </p:nvSpPr>
        <p:spPr>
          <a:xfrm>
            <a:off x="4182428" y="398771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Policy:</a:t>
            </a: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Strategy for selecting optimal parameter configurations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F477410-FBD4-06EB-1E6D-72A4C4C21DF8}"/>
              </a:ext>
            </a:extLst>
          </p:cNvPr>
          <p:cNvSpPr/>
          <p:nvPr/>
        </p:nvSpPr>
        <p:spPr>
          <a:xfrm>
            <a:off x="4182428" y="455469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RL agents learn through interaction with the system, gradually discovering parameter combinations that minimize operational costs without requiring explicit system models.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30DC0C8-AA9A-17DD-8233-574ABDA5094B}"/>
              </a:ext>
            </a:extLst>
          </p:cNvPr>
          <p:cNvSpPr/>
          <p:nvPr/>
        </p:nvSpPr>
        <p:spPr>
          <a:xfrm>
            <a:off x="761705" y="3953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BB7EFBAB-0C4D-1B26-0505-A50C973D60C9}"/>
              </a:ext>
            </a:extLst>
          </p:cNvPr>
          <p:cNvSpPr/>
          <p:nvPr/>
        </p:nvSpPr>
        <p:spPr>
          <a:xfrm>
            <a:off x="271581" y="325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Reinforcement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89906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4943-72C2-4E94-CB5C-3FB58A3B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5730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Types of Reinforcement Learning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Thapa, Ashish</dc:creator>
  <cp:lastModifiedBy>Thapa, Ashish</cp:lastModifiedBy>
  <cp:revision>1</cp:revision>
  <dcterms:created xsi:type="dcterms:W3CDTF">2025-10-22T11:42:02Z</dcterms:created>
  <dcterms:modified xsi:type="dcterms:W3CDTF">2025-10-22T11:59:39Z</dcterms:modified>
</cp:coreProperties>
</file>