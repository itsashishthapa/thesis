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64" r:id="rId2"/>
    <p:sldId id="265" r:id="rId3"/>
    <p:sldId id="263" r:id="rId4"/>
  </p:sldIdLst>
  <p:sldSz cx="14630400" cy="8229600"/>
  <p:notesSz cx="8229600" cy="14630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00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F3264-FBEE-8C83-FBF9-7FE9CCC14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040" y="1340400"/>
            <a:ext cx="6658560" cy="554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4E0541-4C20-369B-A2DC-C7A49F11D4EB}"/>
              </a:ext>
            </a:extLst>
          </p:cNvPr>
          <p:cNvSpPr txBox="1"/>
          <p:nvPr/>
        </p:nvSpPr>
        <p:spPr>
          <a:xfrm>
            <a:off x="1252800" y="634032"/>
            <a:ext cx="85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 of RL Battery Optimization Box Plot (32 Runs)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764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62DF92F-1163-B150-A05D-661A035DACD9}"/>
              </a:ext>
            </a:extLst>
          </p:cNvPr>
          <p:cNvSpPr/>
          <p:nvPr/>
        </p:nvSpPr>
        <p:spPr>
          <a:xfrm>
            <a:off x="1587579" y="1223582"/>
            <a:ext cx="13042821" cy="3715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rial" panose="020B0604020202020204" pitchFamily="34" charset="0"/>
              <a:ea typeface="Heebo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Strengths: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29/32 runs (90%) achieved near-optimal performance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Very stable and predictable behavior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Model is robust to random initialization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rial" panose="020B0604020202020204" pitchFamily="34" charset="0"/>
              <a:ea typeface="Heebo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Weaknesses: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10% chance of suboptimal convergence (3 outliers)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Training process has occasional failure modes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20DBB0-400F-6963-5E18-A67AA7D3E61D}"/>
              </a:ext>
            </a:extLst>
          </p:cNvPr>
          <p:cNvSpPr txBox="1"/>
          <p:nvPr/>
        </p:nvSpPr>
        <p:spPr>
          <a:xfrm>
            <a:off x="1252800" y="634032"/>
            <a:ext cx="85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 of RL Battery Optimization Box Plot (32 Runs)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86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43307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dirty="0">
                <a:solidFill>
                  <a:srgbClr val="152D47"/>
                </a:solidFill>
                <a:latin typeface="Arial" panose="020B0604020202020204" pitchFamily="34" charset="0"/>
                <a:ea typeface="Crimson Pro Semi Bold" pitchFamily="34" charset="-122"/>
                <a:cs typeface="Arial" panose="020B0604020202020204" pitchFamily="34" charset="0"/>
              </a:rPr>
              <a:t>Thank You!</a:t>
            </a:r>
            <a:endParaRPr lang="en-US" sz="13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52233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rial" panose="020B0604020202020204" pitchFamily="34" charset="0"/>
                <a:ea typeface="Heebo" pitchFamily="34" charset="-122"/>
                <a:cs typeface="Arial" panose="020B0604020202020204" pitchFamily="34" charset="0"/>
              </a:rPr>
              <a:t>I appreciate your time and attention.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Custom</PresentationFormat>
  <Paragraphs>14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Thapa, Ashish</cp:lastModifiedBy>
  <cp:revision>6</cp:revision>
  <dcterms:created xsi:type="dcterms:W3CDTF">2025-12-08T13:37:53Z</dcterms:created>
  <dcterms:modified xsi:type="dcterms:W3CDTF">2026-03-02T10:06:13Z</dcterms:modified>
</cp:coreProperties>
</file>