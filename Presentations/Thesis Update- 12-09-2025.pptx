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1895-1F9D-40C9-A605-57E3F2361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44FF9-712A-445B-A36C-298452A6E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A8F08-D5A6-44C9-A185-4E7DD9C7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D09DE-2F9C-4743-A6E3-DD042D07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EB44B-DFDB-427D-B3B0-45DFA57F6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70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CF0D-7740-4F78-A1B5-6BD243941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37A1-15D9-430B-A3AF-4B798DE8B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DFE18-1AAD-4696-B794-27C41246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1F9C7-41E9-4093-B3BF-C858FE67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F1923-8FEF-42E6-95A1-4F3E4915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66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E76E-D5CB-4969-B26D-1DD74EFF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35105-4AB8-4A6D-8ACD-091E72AF5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5DCD8-C1FA-4DB9-B59A-C259F4D5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F29F4-3E55-4E1E-A329-5DFA2770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3B634-AD9E-41A8-BA66-D8D33093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3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08A4-5149-4146-A1EC-C2EC9AE0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15EDE-247C-43C7-8B62-DC29A9195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2E26-F9B5-41E8-B3F3-6A7CC3D44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A535-00C3-4AFA-BF1A-679AB811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8C2B0-D99F-4F03-8A54-9EA62492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63684-25BC-4CE5-B6F2-5D805696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4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EFDA-91C7-4708-9141-971ADA5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EC926-6B02-4A11-8657-3B6BE73A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E1E55-72FF-4438-B17A-A13D5EA48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197B7-02E0-4A3B-91C0-A026C8F89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C0B4C-73B9-4CE0-9DDB-72DFB5D1E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4D1B4-03FC-429B-902E-131AD5AE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9090A-75F1-49AC-9B26-89B0256C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408AC-B948-459F-86E2-0F4F5E2A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75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64BF-FF2C-44E3-AAB3-9B015171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C6E2D-96A2-4D6A-A9CB-27E71ADF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70844-A469-4066-9187-CB5E9349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5953F-61C3-4B04-A140-09675F73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93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ACC2A-F292-4441-ACDF-6418CD78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EA973-28B2-454A-BE3A-240D0AD7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0734D-528E-48B5-80DE-77B27AD0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26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237C-4889-481D-B585-A2EE140D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14238-6C60-42AB-BC7E-31590019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48B87-DCA9-4BBB-B7AF-AFE600482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18D22-77D0-44A6-9CFD-B95745E8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6697B-DF06-4261-8861-C6BF6938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D5D72-576D-4046-8EA7-3D09BCAF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2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5A0D-270E-4F42-8562-52C276EA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11A2B-01F6-41EC-8E75-1AB04B01E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3B73A-691C-4CC4-8BFB-E6EE828B6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A974-848B-46C3-B8E2-A735D3A9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48989-7A3C-4119-9CBA-D6192B1F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1DBB-8CFA-4C09-B8C3-55E8C80E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7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D05B-1A73-4CDB-9D7B-D683FCD3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CC671-384B-429A-9873-120BFF9B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1B577-4832-4FE9-8EE9-DAAA68E3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4B54E-8F48-40FE-ACAC-637CC563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997F3-CC6D-4794-B0D1-D437FF79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07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8C3A8-6A5D-45A1-9854-15DF8B39A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8E44B-3245-4D36-BABC-4D4503114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AD382-6761-4886-B4F9-5E6596A1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46E5E-2977-41D4-B1E4-4C262D8F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316B-1261-49B9-84B2-E3B3292E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7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0D3E5-B0B2-4107-835F-A8538707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AC8A5-0055-4264-A7BC-8BCF67888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717A-46DA-4387-802E-9A8932FDE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65039-3823-4E49-B555-660A6214BD7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8807-50F0-4FA9-83DC-32D454BD4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52BF-54E3-4415-A497-8279EF803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5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DEE4E5-4A23-370A-C862-14B4D15ABA61}"/>
              </a:ext>
            </a:extLst>
          </p:cNvPr>
          <p:cNvSpPr txBox="1"/>
          <p:nvPr/>
        </p:nvSpPr>
        <p:spPr>
          <a:xfrm>
            <a:off x="760562" y="1327710"/>
            <a:ext cx="1067087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SAC/TD3 and newer methods are well-tested in robotics, but less tested in energy domains.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Energy researchers stick to “safe” algorithms with existing case studies, even if they’re not the global SOTA.</a:t>
            </a:r>
          </a:p>
        </p:txBody>
      </p:sp>
    </p:spTree>
    <p:extLst>
      <p:ext uri="{BB962C8B-B14F-4D97-AF65-F5344CB8AC3E}">
        <p14:creationId xmlns:p14="http://schemas.microsoft.com/office/powerpoint/2010/main" val="212943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DEE4E5-4A23-370A-C862-14B4D15ABA61}"/>
              </a:ext>
            </a:extLst>
          </p:cNvPr>
          <p:cNvSpPr txBox="1"/>
          <p:nvPr/>
        </p:nvSpPr>
        <p:spPr>
          <a:xfrm>
            <a:off x="871267" y="1176422"/>
            <a:ext cx="106708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2400" dirty="0"/>
              <a:t>Meng et al. 2025 (</a:t>
            </a:r>
            <a:r>
              <a:rPr lang="de-DE" sz="2400" dirty="0" err="1"/>
              <a:t>microgrid</a:t>
            </a:r>
            <a:r>
              <a:rPr lang="de-DE" sz="2400" dirty="0"/>
              <a:t>) → </a:t>
            </a:r>
            <a:r>
              <a:rPr lang="de-DE" sz="2400" dirty="0" err="1"/>
              <a:t>Uses</a:t>
            </a:r>
            <a:r>
              <a:rPr lang="de-DE" sz="2400" dirty="0"/>
              <a:t> SARSA, </a:t>
            </a:r>
            <a:r>
              <a:rPr lang="de-DE" sz="2400" dirty="0" err="1"/>
              <a:t>no</a:t>
            </a:r>
            <a:r>
              <a:rPr lang="de-DE" sz="2400" dirty="0"/>
              <a:t> SAC/TD3/PPO.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/>
              <a:t>Wang &amp; Wu 2024 (</a:t>
            </a:r>
            <a:r>
              <a:rPr lang="de-DE" sz="2400" dirty="0" err="1"/>
              <a:t>nonlinear</a:t>
            </a:r>
            <a:r>
              <a:rPr lang="de-DE" sz="2400" dirty="0"/>
              <a:t> </a:t>
            </a:r>
            <a:r>
              <a:rPr lang="de-DE" sz="2400" dirty="0" err="1"/>
              <a:t>control</a:t>
            </a:r>
            <a:r>
              <a:rPr lang="de-DE" sz="2400" dirty="0"/>
              <a:t>) → Custom Physics-</a:t>
            </a:r>
            <a:r>
              <a:rPr lang="de-DE" sz="2400" dirty="0" err="1"/>
              <a:t>Informed</a:t>
            </a:r>
            <a:r>
              <a:rPr lang="de-DE" sz="2400" dirty="0"/>
              <a:t> RL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actor</a:t>
            </a:r>
            <a:r>
              <a:rPr lang="de-DE" sz="2400" dirty="0"/>
              <a:t>–</a:t>
            </a:r>
            <a:r>
              <a:rPr lang="de-DE" sz="2400" dirty="0" err="1"/>
              <a:t>critic</a:t>
            </a:r>
            <a:r>
              <a:rPr lang="de-DE" sz="2400" dirty="0"/>
              <a:t> </a:t>
            </a:r>
            <a:r>
              <a:rPr lang="de-DE" sz="2400" dirty="0" err="1"/>
              <a:t>networks</a:t>
            </a:r>
            <a:r>
              <a:rPr lang="de-DE" sz="2400" dirty="0"/>
              <a:t>, but not SAC/TD3/PPO.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/>
              <a:t>Tang et al. 2024 (</a:t>
            </a:r>
            <a:r>
              <a:rPr lang="de-DE" sz="2400" dirty="0" err="1"/>
              <a:t>survey</a:t>
            </a:r>
            <a:r>
              <a:rPr lang="de-DE" sz="2400" dirty="0"/>
              <a:t>, hybrid power </a:t>
            </a:r>
            <a:r>
              <a:rPr lang="de-DE" sz="2400" dirty="0" err="1"/>
              <a:t>systems</a:t>
            </a:r>
            <a:r>
              <a:rPr lang="de-DE" sz="2400" dirty="0"/>
              <a:t>) → </a:t>
            </a:r>
            <a:r>
              <a:rPr lang="de-DE" sz="2400" dirty="0" err="1"/>
              <a:t>Mentions</a:t>
            </a:r>
            <a:r>
              <a:rPr lang="de-DE" sz="2400" dirty="0"/>
              <a:t> modern DRL (PPO, SAC, TD3) </a:t>
            </a:r>
            <a:r>
              <a:rPr lang="de-DE" sz="2400" dirty="0" err="1"/>
              <a:t>as</a:t>
            </a:r>
            <a:r>
              <a:rPr lang="de-DE" sz="2400" dirty="0"/>
              <a:t> promising </a:t>
            </a:r>
            <a:r>
              <a:rPr lang="de-DE" sz="2400" dirty="0" err="1"/>
              <a:t>directions</a:t>
            </a:r>
            <a:r>
              <a:rPr lang="de-DE" sz="2400" dirty="0"/>
              <a:t>, but </a:t>
            </a:r>
            <a:r>
              <a:rPr lang="de-DE" sz="2400" dirty="0" err="1"/>
              <a:t>notes</a:t>
            </a:r>
            <a:r>
              <a:rPr lang="de-DE" sz="2400" dirty="0"/>
              <a:t> </a:t>
            </a:r>
            <a:r>
              <a:rPr lang="de-DE" sz="2400" dirty="0" err="1"/>
              <a:t>most</a:t>
            </a:r>
            <a:r>
              <a:rPr lang="de-DE" sz="2400" dirty="0"/>
              <a:t> </a:t>
            </a:r>
            <a:r>
              <a:rPr lang="de-DE" sz="2400" dirty="0" err="1"/>
              <a:t>applications</a:t>
            </a:r>
            <a:r>
              <a:rPr lang="de-DE" sz="2400" dirty="0"/>
              <a:t> still </a:t>
            </a:r>
            <a:r>
              <a:rPr lang="de-DE" sz="2400" dirty="0" err="1"/>
              <a:t>rely</a:t>
            </a:r>
            <a:r>
              <a:rPr lang="de-DE" sz="2400" dirty="0"/>
              <a:t> on DQN/DDPG.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 err="1"/>
              <a:t>Shakya</a:t>
            </a:r>
            <a:r>
              <a:rPr lang="de-DE" sz="2400" dirty="0"/>
              <a:t> et al. 2023 (</a:t>
            </a:r>
            <a:r>
              <a:rPr lang="de-DE" sz="2400" dirty="0" err="1"/>
              <a:t>survey</a:t>
            </a:r>
            <a:r>
              <a:rPr lang="de-DE" sz="2400" dirty="0"/>
              <a:t>) → Lists SAC, TD3, PPO </a:t>
            </a:r>
            <a:r>
              <a:rPr lang="de-DE" sz="2400" dirty="0" err="1"/>
              <a:t>as</a:t>
            </a:r>
            <a:r>
              <a:rPr lang="de-DE" sz="2400" dirty="0"/>
              <a:t> SOTA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continuous</a:t>
            </a:r>
            <a:r>
              <a:rPr lang="de-DE" sz="2400" dirty="0"/>
              <a:t> </a:t>
            </a:r>
            <a:r>
              <a:rPr lang="de-DE" sz="2400" dirty="0" err="1"/>
              <a:t>control</a:t>
            </a:r>
            <a:r>
              <a:rPr lang="de-DE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/>
              <a:t>Shen et al. 2022 (multi-agent </a:t>
            </a:r>
            <a:r>
              <a:rPr lang="de-DE" sz="2400" dirty="0" err="1"/>
              <a:t>building</a:t>
            </a:r>
            <a:r>
              <a:rPr lang="de-DE" sz="2400" dirty="0"/>
              <a:t> EMS) → </a:t>
            </a:r>
            <a:r>
              <a:rPr lang="de-DE" sz="2400" dirty="0" err="1"/>
              <a:t>Uses</a:t>
            </a:r>
            <a:r>
              <a:rPr lang="de-DE" sz="2400" dirty="0"/>
              <a:t> </a:t>
            </a:r>
            <a:r>
              <a:rPr lang="de-DE" sz="2400" dirty="0" err="1"/>
              <a:t>Dueling</a:t>
            </a:r>
            <a:r>
              <a:rPr lang="de-DE" sz="2400" dirty="0"/>
              <a:t> Double DQN + PER, not SAC/TD3/PPO.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 err="1"/>
              <a:t>Ganesh</a:t>
            </a:r>
            <a:r>
              <a:rPr lang="de-DE" sz="2400" dirty="0"/>
              <a:t> &amp; </a:t>
            </a:r>
            <a:r>
              <a:rPr lang="de-DE" sz="2400" dirty="0" err="1"/>
              <a:t>Xu</a:t>
            </a:r>
            <a:r>
              <a:rPr lang="de-DE" sz="2400" dirty="0"/>
              <a:t> 2022 (</a:t>
            </a:r>
            <a:r>
              <a:rPr lang="de-DE" sz="2400" dirty="0" err="1"/>
              <a:t>powertrains</a:t>
            </a:r>
            <a:r>
              <a:rPr lang="de-DE" sz="2400" dirty="0"/>
              <a:t> review) → Reviews DQN, DDPG in </a:t>
            </a:r>
            <a:r>
              <a:rPr lang="de-DE" sz="2400" dirty="0" err="1"/>
              <a:t>detail</a:t>
            </a:r>
            <a:r>
              <a:rPr lang="de-DE" sz="2400" dirty="0"/>
              <a:t>; SAC/TD3/PPO </a:t>
            </a:r>
            <a:r>
              <a:rPr lang="de-DE" sz="2400" dirty="0" err="1"/>
              <a:t>mentioned</a:t>
            </a:r>
            <a:r>
              <a:rPr lang="de-DE" sz="2400" dirty="0"/>
              <a:t> </a:t>
            </a:r>
            <a:r>
              <a:rPr lang="de-DE" sz="2400" dirty="0" err="1"/>
              <a:t>only</a:t>
            </a:r>
            <a:r>
              <a:rPr lang="de-DE" sz="2400" dirty="0"/>
              <a:t> </a:t>
            </a:r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future</a:t>
            </a:r>
            <a:r>
              <a:rPr lang="de-DE" sz="2400" dirty="0"/>
              <a:t> potential.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 err="1"/>
              <a:t>Lissa</a:t>
            </a:r>
            <a:r>
              <a:rPr lang="de-DE" sz="2400" dirty="0"/>
              <a:t> et al. 2021 (</a:t>
            </a:r>
            <a:r>
              <a:rPr lang="de-DE" sz="2400" dirty="0" err="1"/>
              <a:t>home</a:t>
            </a:r>
            <a:r>
              <a:rPr lang="de-DE" sz="2400" dirty="0"/>
              <a:t> EMS) → </a:t>
            </a:r>
            <a:r>
              <a:rPr lang="de-DE" sz="2400" dirty="0" err="1"/>
              <a:t>Uses</a:t>
            </a:r>
            <a:r>
              <a:rPr lang="de-DE" sz="2400" dirty="0"/>
              <a:t> DQN-</a:t>
            </a:r>
            <a:r>
              <a:rPr lang="de-DE" sz="2400" dirty="0" err="1"/>
              <a:t>based</a:t>
            </a:r>
            <a:r>
              <a:rPr lang="de-DE" sz="2400" dirty="0"/>
              <a:t> DRL, </a:t>
            </a:r>
            <a:r>
              <a:rPr lang="de-DE" sz="2400" dirty="0" err="1"/>
              <a:t>no</a:t>
            </a:r>
            <a:r>
              <a:rPr lang="de-DE" sz="2400" dirty="0"/>
              <a:t> SAC/TD3/PPO</a:t>
            </a:r>
          </a:p>
        </p:txBody>
      </p:sp>
    </p:spTree>
    <p:extLst>
      <p:ext uri="{BB962C8B-B14F-4D97-AF65-F5344CB8AC3E}">
        <p14:creationId xmlns:p14="http://schemas.microsoft.com/office/powerpoint/2010/main" val="37254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320A-568A-23C6-4B7A-C5825CA6C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 paper benchmark complexity or computation requirements and interpretability</a:t>
            </a:r>
            <a:r>
              <a:rPr lang="en-US" dirty="0"/>
              <a:t> in </a:t>
            </a:r>
            <a:r>
              <a:rPr lang="en-US" i="1" dirty="0"/>
              <a:t>energy use cases</a:t>
            </a:r>
            <a:r>
              <a:rPr lang="en-US" dirty="0"/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696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Thapa</dc:creator>
  <cp:lastModifiedBy>Thapa, Ashish</cp:lastModifiedBy>
  <cp:revision>30</cp:revision>
  <dcterms:created xsi:type="dcterms:W3CDTF">2025-08-02T11:34:13Z</dcterms:created>
  <dcterms:modified xsi:type="dcterms:W3CDTF">2025-09-24T08:06:00Z</dcterms:modified>
</cp:coreProperties>
</file>